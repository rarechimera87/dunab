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606040"/>
            <a:ext cx="873252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DUNAB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Gestion de Dinero UNAB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gamificada de seguimiento de participacion estudiantil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Universidad Autonoma de Bucaramanga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114800"/>
            <a:ext cx="201168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 ·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4160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10.000 DUNAB para graduarse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hicieron?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545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201168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68880" y="1545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201168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1545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Java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777240"/>
            <a:ext cx="201168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66560" y="15453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21284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Desarrollamos DUNAB, una aplicacion web full-stack que gestiona la economia de puntos de la UNAB. Los estudiantes acumulan DUNAB participando en encuentros, y necesitan 10.000 para graduarse.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64008" cy="1691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45643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Registro · Perfil · CRUD DUNAB · Estadisticas · Calculo de graduacion · Encuentros · Inscripcion / Baja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17520"/>
            <a:ext cx="64008" cy="1691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Funcionalidades adicionales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45643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· Barra de progreso · Historial · Logros · Filtros · Transferencias P2P · Penalizacion · Exportacion · Racha · Alertas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2788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017520"/>
            <a:ext cx="64008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08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45643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Java (REST) + Frontend HTML/CSS/JS + PostgreSQL + Flyway + JWT + Docker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¿Como lo hicieron?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393192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31520"/>
            <a:ext cx="3931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315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 ·  Spring Boot 3.2.5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·  JWT (JJWT)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 ·  Hibernate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MapStruct  ·  Lombok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(Swagger)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domain/entity → 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controller → dto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→ config → mapper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731520"/>
            <a:ext cx="4407408" cy="171907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731520"/>
            <a:ext cx="4407408" cy="438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731520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  JavaScript vanilla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paginas independientes (SPA-like)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Claro/Oscuro  ·  JWT en localStorage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responsivo  ·  Animaciones CSS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2578608"/>
            <a:ext cx="4407408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2578608"/>
            <a:ext cx="4407408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578608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3090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Flyway (V1-V7 migraciones)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para entorno local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80560" y="3895344"/>
            <a:ext cx="4407408" cy="859536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3895344"/>
            <a:ext cx="440740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895344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43799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  ·  BCrypt passwords  ·  Roles: ESTUDIANTE / ADMIN / SUPERADMIN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que?  —  Proposito del Sistema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77240"/>
            <a:ext cx="4206240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886968"/>
            <a:ext cx="50292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886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9264" y="85039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Motivar la participacion estudiantil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" y="14356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ganan DUNAB por asistir a encuentros en la Cafeteria del L, Clases, Biblioteca, Banu y el CSU.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420624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886968"/>
            <a:ext cx="50292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86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22392" y="85039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Transparentar el progreso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estudiante ve en tiempo real cuantos DUNAB tiene, cuantos le faltan para 10.000 y su posicion en el ranking.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88036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880360"/>
            <a:ext cx="4206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2990088"/>
            <a:ext cx="502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9900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9264" y="295351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Gamificar la experiencia universitaria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3192" y="35387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Logros, rachas, transferencias P2P y tabla de clasificacion convierten la acumulacion en experiencia dinamica.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880360"/>
            <a:ext cx="4206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990088"/>
            <a:ext cx="502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900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22392" y="295351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ecosistema DUNAB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35387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admins gestionan encuentros, asignan recompensas, aplican penalizaciones y exportan estados de cuenta.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soluciona?  —  Problema vs. Solucion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4023360" cy="4114800"/>
          </a:xfrm>
          <a:prstGeom prst="rect">
            <a:avLst/>
          </a:prstGeom>
          <a:solidFill>
            <a:srgbClr val="FFF7F7"/>
          </a:solidFill>
          <a:ln w="1016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31520"/>
            <a:ext cx="40233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31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sistema formal para registrar participacion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 y opaco, sin auditoria ni historial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no saben cuantos puntos les faltan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incentivos concretos para asistir a encuentros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Administracion de encuentros por correo o papel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penalizaciones por inasistencia registrada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64608" y="731520"/>
            <a:ext cx="4023360" cy="411480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731520"/>
            <a:ext cx="40233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731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DUNAB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298448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automatico con historial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total: cada DUNAB tiene origen y fecha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 y calculo en tiempo real (10.000)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Logros, rachas, ranking y transferencias P2P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con filtros, busqueda y gestion web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Penalizacion automatica por inasistencia registrada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9080" y="2194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86319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49808"/>
            <a:ext cx="594360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78638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full-stack completo y funcional con autenticacion JWT+BCrypt, roles diferenciados y 14 vistas web interactivas.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572768"/>
            <a:ext cx="86319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572768"/>
            <a:ext cx="59436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572768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60934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 orientada al dominio: separacion clara entre entidades, repositorios, servicios, controladores y DTOs.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395728"/>
            <a:ext cx="86319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95728"/>
            <a:ext cx="59436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95728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43230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versionada con Flyway (V1-V7), garantizando reproducibilidad del esquema con un unico 'docker compose up'.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218688"/>
            <a:ext cx="86319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218688"/>
            <a:ext cx="59436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218688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2552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funcionalidades adicionales (Ranking, Logros, Transferencias P2P, Exportacion, etc.) elevan la propuesta mas alla de un CRUD.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4041648"/>
            <a:ext cx="86319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041648"/>
            <a:ext cx="594360" cy="71323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041648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07822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 tecnologias empresariales reales (Spring Boot, Hibernate, Spring Security) en un contexto academico relevante.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y Trabajos Futuros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78892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788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896112"/>
            <a:ext cx="502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Movil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990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o Flutter para iOS/Android con notificaciones push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777240"/>
            <a:ext cx="278892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777240"/>
            <a:ext cx="278892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896112"/>
            <a:ext cx="50292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95344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3990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con Spring para feed en vivo y alertas instantaneas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777240"/>
            <a:ext cx="278892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777240"/>
            <a:ext cx="27889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896112"/>
            <a:ext cx="502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76288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UNAB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13990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con sistemas oficiales (matriculas, notas) via API REST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2834640"/>
            <a:ext cx="278892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834640"/>
            <a:ext cx="2788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" y="2953512"/>
            <a:ext cx="502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2953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440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" y="34564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para sugerir encuentros segun historial y perfil del estudiante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82112" y="2834640"/>
            <a:ext cx="278892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82112" y="2834640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9272" y="2953512"/>
            <a:ext cx="502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2953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95344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Cloud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9272" y="34564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en AWS/GCP con PostgreSQL gestionado y auto-escalado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2834640"/>
            <a:ext cx="278892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834640"/>
            <a:ext cx="2788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0216" y="2953512"/>
            <a:ext cx="502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2953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76288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Analiticas Avanzadas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0216" y="34564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directivo con metricas de participacion por carrera y semestre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DUNAB  ·  Universidad Autonoma de Bucaramanga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DUNAB - Sistema de Gestión de Dinero UNAB</dc:title>
  <dc:subject>PptxGenJS Presentation</dc:subject>
  <dc:creator>Santiago</dc:creator>
  <cp:lastModifiedBy>Santiago</cp:lastModifiedBy>
  <cp:revision>1</cp:revision>
  <dcterms:created xsi:type="dcterms:W3CDTF">2026-05-25T22:27:16Z</dcterms:created>
  <dcterms:modified xsi:type="dcterms:W3CDTF">2026-05-25T22:27:16Z</dcterms:modified>
</cp:coreProperties>
</file>